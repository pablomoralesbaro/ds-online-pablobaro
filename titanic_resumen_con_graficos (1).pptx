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Alta mortalidad en el Titanic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tragedia presenta una tasa de mortalidad elevada (&gt;60%).</a:t>
            </a:r>
          </a:p>
          <a:p>
            <a:r>
              <a:t>Contexto: capacidad insuficiente de botes y tiempo limitado de evacuación.</a:t>
            </a:r>
          </a:p>
          <a:p>
            <a:r>
              <a:t>Apoyo en datos: porcentaje de fallecidos vs. supervivientes en el dataset.</a:t>
            </a:r>
          </a:p>
        </p:txBody>
      </p:sp>
      <p:pic>
        <p:nvPicPr>
          <p:cNvPr id="4" name="Picture 3" descr="fig1_mort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00" y="4698000"/>
            <a:ext cx="288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“Mujeres y niños primero”… pero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mujeres y los menores muestran mayores tasas de supervivencia.</a:t>
            </a:r>
          </a:p>
          <a:p>
            <a:r>
              <a:t>La regla no fue universal: existen excepciones por cubierta, zona de cabinas y tiempos de acceso.</a:t>
            </a:r>
          </a:p>
          <a:p>
            <a:r>
              <a:t>Apoyo en datos: % de supervivencia por sexo y por tramo de edad.</a:t>
            </a:r>
          </a:p>
        </p:txBody>
      </p:sp>
      <p:pic>
        <p:nvPicPr>
          <p:cNvPr id="4" name="Picture 3" descr="fig2_sexo_qu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00" y="5099343"/>
            <a:ext cx="2298975" cy="17242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La clase del pasaje influyó significativamente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pasajeros de 1ª clase tuvieron mejores probabilidades de supervivencia.</a:t>
            </a:r>
          </a:p>
          <a:p>
            <a:r>
              <a:t>El acceso a botes/cubiertas y ubicación de camarotes explica parte de la diferencia.</a:t>
            </a:r>
          </a:p>
          <a:p>
            <a:r>
              <a:t>Apoyo en datos: % de supervivencia por clase (1ª, 2ª, 3ª).</a:t>
            </a:r>
          </a:p>
        </p:txBody>
      </p:sp>
      <p:pic>
        <p:nvPicPr>
          <p:cNvPr id="4" name="Picture 3" descr="fig3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00" y="4509000"/>
            <a:ext cx="288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Interacciones: clase × sexo/edad explican diferencias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tasas de mujeres/niños varían por clase: en 1ª fueron más altas que en 3ª.</a:t>
            </a:r>
          </a:p>
          <a:p>
            <a:r>
              <a:t>La interacción sugiere que la clase media el efecto del sexo/edad.</a:t>
            </a:r>
          </a:p>
          <a:p>
            <a:r>
              <a:t>Apoyo en datos: tabla o gráfico de calor (sexo/niñez por clase).</a:t>
            </a:r>
          </a:p>
        </p:txBody>
      </p:sp>
      <p:pic>
        <p:nvPicPr>
          <p:cNvPr id="4" name="Picture 3" descr="fig4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600" y="4423362"/>
            <a:ext cx="288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Embarque parece influir… vía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diferencias por puerto (C/Q/S) se asocian al mix de clases que embarcaron en cada puerto.</a:t>
            </a:r>
          </a:p>
          <a:p>
            <a:r>
              <a:t>El efecto del puerto se atenúa al controlar por la clase del billete.</a:t>
            </a:r>
          </a:p>
          <a:p>
            <a:r>
              <a:t>Apoyo en datos: % de supervivencia por puerto y por clase dentro de cada puerto.</a:t>
            </a:r>
          </a:p>
        </p:txBody>
      </p:sp>
      <p:pic>
        <p:nvPicPr>
          <p:cNvPr id="4" name="Picture 3" descr="fig5b_puerto_clase_api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00" y="5544344"/>
            <a:ext cx="1551516" cy="1163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Conclusiones rápidas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Mortalidad alta y efectos claros de sexo/edad; la clase es factor clave.</a:t>
            </a:r>
          </a:p>
          <a:p>
            <a:r>
              <a:t>El puerto de embarque captura diferencias de clase (factor de confusión).</a:t>
            </a:r>
          </a:p>
          <a:p>
            <a:r>
              <a:t>Recomendación analítica: modelado multivariante (logística) para cuantificar efectos.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</Words>
  <Application>Microsoft Office PowerPoint</Application>
  <PresentationFormat>Presentación en pantalla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1) Alta mortalidad en el Titanic</vt:lpstr>
      <vt:lpstr>2) “Mujeres y niños primero”… pero</vt:lpstr>
      <vt:lpstr>3) La clase del pasaje influyó significativamente</vt:lpstr>
      <vt:lpstr>4) Interacciones: clase × sexo/edad explican diferencias</vt:lpstr>
      <vt:lpstr>5) Embarque parece influir… vía la clase</vt:lpstr>
      <vt:lpstr>6) Conclusiones rápidas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lupep</dc:creator>
  <cp:keywords/>
  <dc:description>generated using python-pptx</dc:description>
  <cp:lastModifiedBy>lupepetas@gmail.com</cp:lastModifiedBy>
  <cp:revision>2</cp:revision>
  <dcterms:created xsi:type="dcterms:W3CDTF">2013-01-27T09:14:16Z</dcterms:created>
  <dcterms:modified xsi:type="dcterms:W3CDTF">2025-12-12T20:02:45Z</dcterms:modified>
  <cp:category/>
</cp:coreProperties>
</file>